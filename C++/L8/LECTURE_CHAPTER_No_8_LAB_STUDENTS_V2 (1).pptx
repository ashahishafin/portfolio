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88" r:id="rId4"/>
    <p:sldId id="289" r:id="rId5"/>
    <p:sldId id="291" r:id="rId6"/>
    <p:sldId id="292" r:id="rId7"/>
    <p:sldId id="296" r:id="rId8"/>
    <p:sldId id="286" r:id="rId9"/>
    <p:sldId id="28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178" y="31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6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3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54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9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00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8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20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78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24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12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24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973B2-0B86-436F-A23D-2271D3305795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0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23962611-DFD5-4092-AAFD-559E3DFCE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56616" y="0"/>
            <a:ext cx="818271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270F1FA-0425-408F-9861-80BF5AFB2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4026" y="2043663"/>
            <a:ext cx="4578895" cy="203105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LABORATORY No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4026" y="4074718"/>
            <a:ext cx="4578895" cy="6820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>
                <a:solidFill>
                  <a:srgbClr val="FFFFFF"/>
                </a:solidFill>
              </a:rPr>
              <a:t>Logic operation of AND, OR, XOR, and NOT </a:t>
            </a:r>
          </a:p>
        </p:txBody>
      </p:sp>
    </p:spTree>
    <p:extLst>
      <p:ext uri="{BB962C8B-B14F-4D97-AF65-F5344CB8AC3E}">
        <p14:creationId xmlns:p14="http://schemas.microsoft.com/office/powerpoint/2010/main" val="3757445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85875" y="1685924"/>
            <a:ext cx="7086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done in Example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8.1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16-bits logic bitwise manipulation 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AND (&amp;) operation (16-bit).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OR (|) operation (16-bit).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XOR (^) operation (16-bit).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NOT (~) operation (16-bit).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726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82CDB7F8-5B05-4DE3-8476-CCD75C5AD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514522"/>
            <a:ext cx="9068527" cy="565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454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310766E0-EEB8-4891-8DFF-BE11E1BDC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25068"/>
            <a:ext cx="8934084" cy="554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310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OPERATIONS TO MANIPULATE BITS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31333" y="1219200"/>
            <a:ext cx="7298267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Next, in Example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8.1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for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16-bits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manipulation.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AND (&amp;) operation (16-bit).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OR (|)      operation (16-bit).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XOR (^) operation (16-bit).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NOT (~) operation (16-bit).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Left Arrow 3"/>
          <p:cNvSpPr/>
          <p:nvPr/>
        </p:nvSpPr>
        <p:spPr>
          <a:xfrm>
            <a:off x="5725236" y="2819400"/>
            <a:ext cx="1905000" cy="838200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B79807C-9359-486F-9836-698A946411F9}"/>
              </a:ext>
            </a:extLst>
          </p:cNvPr>
          <p:cNvSpPr/>
          <p:nvPr/>
        </p:nvSpPr>
        <p:spPr>
          <a:xfrm>
            <a:off x="931333" y="2514600"/>
            <a:ext cx="4326467" cy="1447800"/>
          </a:xfrm>
          <a:prstGeom prst="rect">
            <a:avLst/>
          </a:prstGeom>
          <a:solidFill>
            <a:srgbClr val="C0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B35535D3-EE0A-4CC7-838C-BF5719831DCB}"/>
              </a:ext>
            </a:extLst>
          </p:cNvPr>
          <p:cNvSpPr txBox="1"/>
          <p:nvPr/>
        </p:nvSpPr>
        <p:spPr>
          <a:xfrm>
            <a:off x="6103182" y="2373868"/>
            <a:ext cx="1669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7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638174"/>
            <a:ext cx="7979229" cy="6144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21553" y="76200"/>
            <a:ext cx="73111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FLOWCHART  FOR THE  EXAMPLE 8.1 UNSIGNED</a:t>
            </a:r>
          </a:p>
        </p:txBody>
      </p:sp>
    </p:spTree>
    <p:extLst>
      <p:ext uri="{BB962C8B-B14F-4D97-AF65-F5344CB8AC3E}">
        <p14:creationId xmlns:p14="http://schemas.microsoft.com/office/powerpoint/2010/main" val="3715891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" y="76200"/>
            <a:ext cx="8594539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STUDENTS’S  ASSIGNMENT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</a:rPr>
              <a:t>FOR LABORTORY </a:t>
            </a:r>
            <a:r>
              <a:rPr lang="en-US" sz="2800" b="1" dirty="0" smtClean="0">
                <a:solidFill>
                  <a:srgbClr val="C00000"/>
                </a:solidFill>
              </a:rPr>
              <a:t>8.1 </a:t>
            </a:r>
            <a:r>
              <a:rPr lang="en-US" sz="2800" b="1" dirty="0">
                <a:solidFill>
                  <a:srgbClr val="C00000"/>
                </a:solidFill>
              </a:rPr>
              <a:t>UNSIGNED </a:t>
            </a:r>
            <a:r>
              <a:rPr lang="en-US" sz="2800" b="1" dirty="0" smtClean="0">
                <a:solidFill>
                  <a:srgbClr val="C00000"/>
                </a:solidFill>
              </a:rPr>
              <a:t>NUMBER</a:t>
            </a:r>
            <a:endParaRPr lang="en-US" sz="2800" b="1" dirty="0">
              <a:solidFill>
                <a:srgbClr val="C00000"/>
              </a:solidFill>
            </a:endParaRPr>
          </a:p>
          <a:p>
            <a:endParaRPr lang="en-US" sz="2800" b="1" dirty="0"/>
          </a:p>
          <a:p>
            <a:r>
              <a:rPr lang="en-US" sz="2800" b="1" dirty="0"/>
              <a:t>The students should get EIGHT console output result operations for unsigned value. </a:t>
            </a:r>
          </a:p>
          <a:p>
            <a:r>
              <a:rPr lang="en-US" sz="2800" b="1" dirty="0"/>
              <a:t> 	</a:t>
            </a: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One for AND Logic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16-bits 	</a:t>
            </a:r>
            <a:r>
              <a:rPr lang="en-US" sz="25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12ae, ff00</a:t>
            </a:r>
            <a:endParaRPr lang="en-US" sz="25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One for OR Logic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16-bits 		</a:t>
            </a:r>
            <a:r>
              <a:rPr lang="en-US" sz="25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12ae</a:t>
            </a:r>
            <a:r>
              <a:rPr lang="en-US" sz="2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ff00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One for XOR Logic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16-bits</a:t>
            </a:r>
            <a:r>
              <a:rPr lang="en-US" sz="2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12ae</a:t>
            </a:r>
            <a:r>
              <a:rPr lang="en-US" sz="2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ff00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One for NOT Logic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16-bits</a:t>
            </a:r>
            <a:r>
              <a:rPr lang="en-US" sz="2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12ae</a:t>
            </a:r>
            <a:r>
              <a:rPr lang="en-US" sz="2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ff00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500" b="1" dirty="0"/>
          </a:p>
          <a:p>
            <a:pPr algn="ctr"/>
            <a:r>
              <a:rPr lang="en-US" sz="2800" b="1" dirty="0"/>
              <a:t>Total of </a:t>
            </a:r>
            <a:r>
              <a:rPr lang="en-US" sz="2800" b="1" dirty="0" smtClean="0"/>
              <a:t>1 </a:t>
            </a:r>
            <a:r>
              <a:rPr lang="en-US" sz="2800" b="1" dirty="0"/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2094281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7845966-6EFC-468A-9CC7-BAB4B95854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75554383-98AF-4A47-BB65-705FAAA4BE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DAD1991-FFD1-4E94-ABAB-7560D33008E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55410" y="-3970"/>
            <a:ext cx="7748362" cy="6874811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3" name="Picture 4" descr="MCj0434411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19476" y="1172029"/>
            <a:ext cx="4020229" cy="451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6388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xmlns="" id="{23962611-DFD5-4092-AAFD-559E3DFCE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56616" y="0"/>
            <a:ext cx="8182719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xmlns="" id="{2270F1FA-0425-408F-9861-80BF5AFB2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6021" name="WordArt 5"/>
          <p:cNvSpPr>
            <a:spLocks noChangeArrowheads="1" noChangeShapeType="1" noTextEdit="1"/>
          </p:cNvSpPr>
          <p:nvPr/>
        </p:nvSpPr>
        <p:spPr bwMode="auto">
          <a:xfrm>
            <a:off x="2284026" y="2043663"/>
            <a:ext cx="4578895" cy="2031055"/>
          </a:xfrm>
          <a:prstGeom prst="rect">
            <a:avLst/>
          </a:prstGeom>
        </p:spPr>
        <p:txBody>
          <a:bodyPr vert="horz" lIns="91440" tIns="45720" rIns="91440" bIns="45720" rtlCol="0" fromWordArt="1" anchor="b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i="1" kern="1200">
                <a:ln w="9525">
                  <a:solidFill>
                    <a:srgbClr val="8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B2B2B2">
                      <a:alpha val="80000"/>
                    </a:srgbClr>
                  </a:outerShdw>
                </a:effectLst>
                <a:latin typeface="+mj-lt"/>
                <a:ea typeface="+mj-ea"/>
                <a:cs typeface="+mj-cs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011880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</TotalTime>
  <Words>134</Words>
  <Application>Microsoft Office PowerPoint</Application>
  <PresentationFormat>On-screen Show (4:3)</PresentationFormat>
  <Paragraphs>34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LABORATORY No 8</vt:lpstr>
      <vt:lpstr> </vt:lpstr>
      <vt:lpstr> </vt:lpstr>
      <vt:lpstr> </vt:lpstr>
      <vt:lpstr>LOGIC OPERATIONS TO MANIPULATE BITS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LABORATORY No 8</dc:title>
  <dc:creator>Ruben Velasquez-Rios</dc:creator>
  <cp:lastModifiedBy>Windows User</cp:lastModifiedBy>
  <cp:revision>54</cp:revision>
  <dcterms:created xsi:type="dcterms:W3CDTF">2020-10-22T19:45:44Z</dcterms:created>
  <dcterms:modified xsi:type="dcterms:W3CDTF">2021-04-12T16:47:47Z</dcterms:modified>
</cp:coreProperties>
</file>