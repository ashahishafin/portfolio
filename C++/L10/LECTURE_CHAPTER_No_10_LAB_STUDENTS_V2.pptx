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3" r:id="rId2"/>
    <p:sldId id="275" r:id="rId3"/>
    <p:sldId id="285" r:id="rId4"/>
    <p:sldId id="288" r:id="rId5"/>
    <p:sldId id="310" r:id="rId6"/>
    <p:sldId id="298" r:id="rId7"/>
    <p:sldId id="300" r:id="rId8"/>
    <p:sldId id="302" r:id="rId9"/>
    <p:sldId id="290" r:id="rId10"/>
    <p:sldId id="291" r:id="rId11"/>
    <p:sldId id="292" r:id="rId12"/>
    <p:sldId id="287" r:id="rId13"/>
    <p:sldId id="293" r:id="rId14"/>
    <p:sldId id="318" r:id="rId15"/>
    <p:sldId id="303" r:id="rId16"/>
    <p:sldId id="316" r:id="rId17"/>
    <p:sldId id="314" r:id="rId18"/>
    <p:sldId id="315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226" y="-37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86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37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54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19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00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8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20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78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24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12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424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973B2-0B86-436F-A23D-2271D3305795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0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23962611-DFD5-4092-AAFD-559E3DFCE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56616" y="0"/>
            <a:ext cx="818271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270F1FA-0425-408F-9861-80BF5AFB27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4026" y="2043663"/>
            <a:ext cx="4578895" cy="2031055"/>
          </a:xfrm>
        </p:spPr>
        <p:txBody>
          <a:bodyPr>
            <a:normAutofit/>
          </a:bodyPr>
          <a:lstStyle/>
          <a:p>
            <a:r>
              <a:rPr lang="en-US" sz="4200" dirty="0">
                <a:solidFill>
                  <a:srgbClr val="FFFFFF"/>
                </a:solidFill>
              </a:rPr>
              <a:t>LABORATORY No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4026" y="4074718"/>
            <a:ext cx="4578895" cy="1792682"/>
          </a:xfrm>
        </p:spPr>
        <p:txBody>
          <a:bodyPr>
            <a:normAutofit fontScale="47500" lnSpcReduction="20000"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The stack and LIFO Data Structure</a:t>
            </a:r>
          </a:p>
          <a:p>
            <a:r>
              <a:rPr lang="en-US" sz="4800" dirty="0">
                <a:solidFill>
                  <a:schemeClr val="bg1"/>
                </a:solidFill>
              </a:rPr>
              <a:t>Pushing data</a:t>
            </a:r>
          </a:p>
          <a:p>
            <a:r>
              <a:rPr lang="en-US" sz="4800" dirty="0">
                <a:solidFill>
                  <a:schemeClr val="bg1"/>
                </a:solidFill>
              </a:rPr>
              <a:t>and</a:t>
            </a:r>
          </a:p>
          <a:p>
            <a:r>
              <a:rPr lang="en-US" sz="4800" dirty="0">
                <a:solidFill>
                  <a:schemeClr val="bg1"/>
                </a:solidFill>
              </a:rPr>
              <a:t>Popping data </a:t>
            </a:r>
          </a:p>
        </p:txBody>
      </p:sp>
    </p:spTree>
    <p:extLst>
      <p:ext uri="{BB962C8B-B14F-4D97-AF65-F5344CB8AC3E}">
        <p14:creationId xmlns:p14="http://schemas.microsoft.com/office/powerpoint/2010/main" val="3446553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PUSHING  AND POPPING DATA</a:t>
            </a:r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030" y="1855470"/>
            <a:ext cx="7151370" cy="34023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1975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PUSHING  DATA</a:t>
            </a:r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0" y="2547938"/>
            <a:ext cx="6057900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9192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8085 MICROPROCESSOR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0600"/>
            <a:ext cx="9113520" cy="542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706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PUSHING DATA FROM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16-BIT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TO MEMORY</a:t>
            </a: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43000"/>
            <a:ext cx="4927600" cy="46135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3944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PUSHING DATA FROM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16-BIT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TO MEMORY</a:t>
            </a:r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692" y="1139507"/>
            <a:ext cx="5936615" cy="45789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883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PUSHING DATA FROM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16-BIT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TO MEMORY</a:t>
            </a:r>
          </a:p>
        </p:txBody>
      </p:sp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130300"/>
            <a:ext cx="6261100" cy="4584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6527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PUSHING DATA FROM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16-BIT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TO MEMORY</a:t>
            </a:r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130300"/>
            <a:ext cx="6261099" cy="4546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4634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POPPING DATA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775" y="2528888"/>
            <a:ext cx="588645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8369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POPPING DATA FROM MEMORY TO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16-BIT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257300"/>
            <a:ext cx="5943600" cy="4343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8369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POPPING DATA FROM MEMORY TO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16-BIT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692" y="1257300"/>
            <a:ext cx="5936615" cy="4343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8369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POPPING DATA FROM MEMORY TO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16-BIT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692" y="1302385"/>
            <a:ext cx="5936615" cy="42532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8521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POPPING DATA FROM MEMORY TO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16-BIT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692" y="1298892"/>
            <a:ext cx="5936615" cy="42602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7486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57977" y="0"/>
            <a:ext cx="58923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 FOR LABORATORY 10 EXAMPLE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10.1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81000"/>
            <a:ext cx="5947856" cy="6252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5734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2" t="16992" r="7188" b="14063"/>
          <a:stretch/>
        </p:blipFill>
        <p:spPr bwMode="auto">
          <a:xfrm>
            <a:off x="25399" y="685800"/>
            <a:ext cx="8907953" cy="572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-27709" y="0"/>
            <a:ext cx="9199418" cy="3740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FILL IN THE TABLE FOR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-BITS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96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" y="76200"/>
            <a:ext cx="8915400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STUDENTS’S  ASSIGNMENT</a:t>
            </a:r>
          </a:p>
          <a:p>
            <a:pPr algn="ctr"/>
            <a:r>
              <a:rPr lang="en-US" sz="2800" b="1" dirty="0">
                <a:solidFill>
                  <a:srgbClr val="C00000"/>
                </a:solidFill>
              </a:rPr>
              <a:t>FOR LABORATORY EXAMPLE </a:t>
            </a:r>
            <a:r>
              <a:rPr lang="en-US" sz="2800" b="1" dirty="0" smtClean="0">
                <a:solidFill>
                  <a:srgbClr val="C00000"/>
                </a:solidFill>
              </a:rPr>
              <a:t>10.1 </a:t>
            </a:r>
            <a:r>
              <a:rPr lang="en-US" sz="2800" b="1" dirty="0">
                <a:solidFill>
                  <a:srgbClr val="C00000"/>
                </a:solidFill>
              </a:rPr>
              <a:t>FOR </a:t>
            </a:r>
            <a:r>
              <a:rPr lang="en-US" sz="2800" b="1" dirty="0" smtClean="0">
                <a:solidFill>
                  <a:srgbClr val="C00000"/>
                </a:solidFill>
              </a:rPr>
              <a:t>32</a:t>
            </a:r>
            <a:r>
              <a:rPr lang="en-US" sz="2800" b="1" dirty="0" smtClean="0">
                <a:solidFill>
                  <a:srgbClr val="C00000"/>
                </a:solidFill>
              </a:rPr>
              <a:t>-BITS</a:t>
            </a:r>
            <a:endParaRPr lang="en-US" sz="2800" b="1" dirty="0">
              <a:solidFill>
                <a:srgbClr val="C00000"/>
              </a:solidFill>
            </a:endParaRPr>
          </a:p>
          <a:p>
            <a:endParaRPr lang="en-US" sz="2800" b="1" dirty="0"/>
          </a:p>
          <a:p>
            <a:r>
              <a:rPr lang="en-US" sz="2800" b="1" dirty="0"/>
              <a:t>The students should get ONE console output result operations for PUSH and POP data. </a:t>
            </a:r>
          </a:p>
          <a:p>
            <a:r>
              <a:rPr lang="en-US" sz="2800" b="1" dirty="0"/>
              <a:t> 	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One to display for PUSH and POP  for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-bits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 TO FILL IN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10.1  EVEN AND ODD RONDOM NUMBERS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00" b="1" dirty="0"/>
          </a:p>
          <a:p>
            <a:pPr algn="ctr"/>
            <a:r>
              <a:rPr lang="en-US" sz="2800" b="1" dirty="0"/>
              <a:t>Total of </a:t>
            </a:r>
            <a:r>
              <a:rPr lang="en-US" sz="2800" b="1" dirty="0" smtClean="0"/>
              <a:t>1output</a:t>
            </a:r>
            <a:endParaRPr lang="en-US" sz="2800" b="1" dirty="0"/>
          </a:p>
          <a:p>
            <a:pPr algn="ctr"/>
            <a:endParaRPr lang="en-US" sz="2800" b="1" dirty="0"/>
          </a:p>
          <a:p>
            <a:pPr algn="ctr"/>
            <a:r>
              <a:rPr lang="en-US" sz="28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You must run your program </a:t>
            </a:r>
            <a:r>
              <a:rPr lang="en-US" sz="28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Example </a:t>
            </a:r>
            <a:r>
              <a:rPr lang="en-US" sz="28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10.1 </a:t>
            </a:r>
            <a:r>
              <a:rPr lang="en-US" sz="28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for EVEN and ODDS  ROMDOM numbers.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551644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7845966-6EFC-468A-9CC7-BAB4B95854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75554383-98AF-4A47-BB65-705FAAA4BE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DAD1991-FFD1-4E94-ABAB-7560D33008E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55410" y="-3970"/>
            <a:ext cx="7748362" cy="6874811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3" name="Picture 4" descr="MCj0434411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19476" y="1172029"/>
            <a:ext cx="4020229" cy="4513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9725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xmlns="" id="{23962611-DFD5-4092-AAFD-559E3DFCE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56616" y="0"/>
            <a:ext cx="8182719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xmlns="" id="{2270F1FA-0425-408F-9861-80BF5AFB27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6021" name="WordArt 5"/>
          <p:cNvSpPr>
            <a:spLocks noChangeArrowheads="1" noChangeShapeType="1" noTextEdit="1"/>
          </p:cNvSpPr>
          <p:nvPr/>
        </p:nvSpPr>
        <p:spPr bwMode="auto">
          <a:xfrm>
            <a:off x="2284026" y="2043663"/>
            <a:ext cx="4578895" cy="2031055"/>
          </a:xfrm>
          <a:prstGeom prst="rect">
            <a:avLst/>
          </a:prstGeom>
        </p:spPr>
        <p:txBody>
          <a:bodyPr vert="horz" lIns="91440" tIns="45720" rIns="91440" bIns="45720" rtlCol="0" fromWordArt="1" anchor="b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i="1" kern="1200">
                <a:ln w="9525">
                  <a:solidFill>
                    <a:srgbClr val="8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B2B2B2">
                      <a:alpha val="80000"/>
                    </a:srgbClr>
                  </a:outerShdw>
                </a:effectLst>
                <a:latin typeface="+mj-lt"/>
                <a:ea typeface="+mj-ea"/>
                <a:cs typeface="+mj-cs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645379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2605</TotalTime>
  <Words>119</Words>
  <Application>Microsoft Office PowerPoint</Application>
  <PresentationFormat>On-screen Show (4:3)</PresentationFormat>
  <Paragraphs>34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LABORATORY No 10</vt:lpstr>
      <vt:lpstr>PUSHING  AND POPPING DATA</vt:lpstr>
      <vt:lpstr>PUSHING  DATA</vt:lpstr>
      <vt:lpstr>8085 MICROPROCESSOR</vt:lpstr>
      <vt:lpstr>PUSHING DATA FROM 16-BIT REGISTER TO MEMORY</vt:lpstr>
      <vt:lpstr>PUSHING DATA FROM 16-BIT REGISTER TO MEMORY</vt:lpstr>
      <vt:lpstr>PUSHING DATA FROM 16-BIT REGISTER TO MEMORY</vt:lpstr>
      <vt:lpstr>PUSHING DATA FROM 16-BIT REGISTER TO MEMORY</vt:lpstr>
      <vt:lpstr>POPPING DATA</vt:lpstr>
      <vt:lpstr>POPPING DATA FROM MEMORY TO 16-BIT REGISTER</vt:lpstr>
      <vt:lpstr>POPPING DATA FROM MEMORY TO 16-BIT REGISTER</vt:lpstr>
      <vt:lpstr>POPPING DATA FROM MEMORY TO 16-BIT REGISTER</vt:lpstr>
      <vt:lpstr>POPPING DATA FROM MEMORY TO 16-BIT REGISTER</vt:lpstr>
      <vt:lpstr>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Ruben Velasquez</dc:creator>
  <cp:lastModifiedBy>Windows User</cp:lastModifiedBy>
  <cp:revision>170</cp:revision>
  <dcterms:created xsi:type="dcterms:W3CDTF">2019-01-03T03:42:08Z</dcterms:created>
  <dcterms:modified xsi:type="dcterms:W3CDTF">2021-04-26T16:27:45Z</dcterms:modified>
</cp:coreProperties>
</file>